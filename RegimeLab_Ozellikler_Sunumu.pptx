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B2A4A"/>
                </a:solidFill>
              </a:defRPr>
            </a:pPr>
            <a:r>
              <a:t>Regime Lab ve Program Ozellikleri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tezmodelfinal.ipynb makro gostergeleri karsisinda neyi destekliyoruz?  |  Destek tablosu + aciklamalar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Regime Lab  |  tezmodelfinal.ipynb makro envanteri vs program destegi  |  Eylul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Program nedir? (60 saniyede)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EUR/USD rejim-bazli arastirma platformu: deney takibi, walk-forward validasyon, muhurli (sealed) final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Gaussian HMM ile rejim tanimi (rapor-aralikli), genetik algoritma ile ozellik/model/secim optimizasyonu.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4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Gercekci backtest: spread modelleri, asimetrik swap, Carsamba triple rollover, hafta sonu finansmani.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8094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Arastirma butcesi + multiple-testing riski yonetimi, workspace izolasyonu, admin/user/viewer rolleri.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478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Veri girisi CSV ile: OHLC + macro__ / cross_asset__ / fx__ / rates__ kolonlari (+ opsiyonel __available_at).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A5A5A"/>
                </a:solidFill>
              </a:defRPr>
            </a:pPr>
            <a:r>
              <a:t>Bu sunum tez notebookundaki gostergeleri program yetenekleriyle bire bir eslestirir.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Tez notebooku: makro envanter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05840"/>
          <a:ext cx="10881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217920"/>
                <a:gridCol w="2286000"/>
              </a:tblGrid>
              <a:tr h="107899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Grup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Seriler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Kaynak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Piyasa (gunluk)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VIX, DXY, Altin, Brent, HYG, LQD, SPX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3030"/>
                          </a:solidFill>
                        </a:defRPr>
                      </a:pPr>
                      <a:r>
                        <a:t>YFinance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FRED cekirdek (11)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US10Y, US2Y, CFNAI, CPI, M2, Fed bilanco (WALCL), TGA, RRP, HY OAS, Issizlik, Imalat siparis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3030"/>
                          </a:solidFill>
                        </a:defRPr>
                      </a:pPr>
                      <a:r>
                        <a:t>FRED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FRED ekstra (19)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FEDFUNDS, ECB (DFR/MRR/MLF), reel getiri, breakeven, DE/EA/IT 10Y, EA HICP, INDPRO, perakende, M1, BBB OAS, Brent, EU gazi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3030"/>
                          </a:solidFill>
                        </a:defRPr>
                      </a:pPr>
                      <a:r>
                        <a:t>FRED</a:t>
                      </a:r>
                    </a:p>
                  </a:txBody>
                  <a:tcPr/>
                </a:tc>
              </a:tr>
              <a:tr h="107899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Turetilmis (15+)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politika farki, vade egrisi, ulke spreadleri, reel-nominal fark, enflasyon farki, enerji baskisi, z-skorlar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3030"/>
                          </a:solidFill>
                        </a:defRPr>
                      </a:pPr>
                      <a:r>
                        <a:t>Notebook ici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Veri nasil girer? (tek mekanizma)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CSV kolonu macro__cpi gibi adlandirilirsa program otomatik lag__ / delta__ / return__ turevlerini uretir.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cross_asset__vix, fx__gbpusd, rates__us10y ayni mekanizmayi kullanir (aile: lagged_external).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4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Kolon yanina macro__cpi__available_at eklenirse point-in-time denetimi calisir; yoksa 1 bar kaydirma + uyari.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8094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Notebooktaki release-lag mantigi (CPI 30 gun, TGA 3 gun, gunluk 1 gun) CSV hazirliginda uygulanir; program ustune 1 bar guvence kaydirir.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478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Seyrek makro, teknik deneyi kisaltmaz: eksikler secilen havuz bilindikten sonra cozulur.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Tablo 1: Makro seriler -&gt; program karsiligi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05840"/>
          <a:ext cx="10881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297680"/>
                <a:gridCol w="2743200"/>
              </a:tblGrid>
              <a:tr h="67437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Seri / Grup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Program karsiligi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Durum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VIX, DXY, Altin, Petrol, SPX, HYG/LQD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cross_asset__ prefix + lag/delta/return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7C6B"/>
                          </a:solidFill>
                        </a:defRPr>
                      </a:pPr>
                      <a:r>
                        <a:t>DESTEKLI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US10Y, US2Y, reel getiri, breakeven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rates__ / macro__ prefix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7C6B"/>
                          </a:solidFill>
                        </a:defRPr>
                      </a:pPr>
                      <a:r>
                        <a:t>DESTEKLI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CPI, HICP, Issizlik, CFNAI, M2/M1, INDPRO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macro__ prefix + available_at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7C6B"/>
                          </a:solidFill>
                        </a:defRPr>
                      </a:pPr>
                      <a:r>
                        <a:t>DESTEKLI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Fed bilanco, TGA, RRP, OAS spreadleri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macro__ prefix (likidite/stres proxy)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7C6B"/>
                          </a:solidFill>
                        </a:defRPr>
                      </a:pPr>
                      <a:r>
                        <a:t>DESTEKLI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FEDFUNDS, ECB oranlari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macro__ prefix (politika serisi)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7C6B"/>
                          </a:solidFill>
                        </a:defRPr>
                      </a:pPr>
                      <a:r>
                        <a:t>DESTEKLI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Turetilmis spread/z-skor (15+)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CSV'de hazir hesaplanir, program lag'ler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9A6B00"/>
                          </a:solidFill>
                        </a:defRPr>
                      </a:pPr>
                      <a:r>
                        <a:t>KISMEN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Canli FRED/YFinance cekimi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Program cekmez; CSV yuklenir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03030"/>
                          </a:solidFill>
                        </a:defRPr>
                      </a:pPr>
                      <a:r>
                        <a:t>YOK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Tablo 2: Teknik + istatistiksel ozellikler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05840"/>
          <a:ext cx="10881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645920"/>
                <a:gridCol w="4663440"/>
              </a:tblGrid>
              <a:tr h="6743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Ozellik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Durum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momentum/sma/volatilite (6/14/30/50), macd, rsi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cekirdek teknik set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range, body, hour_sin/cos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mikro yapi + gun-ici etki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rolling quantile/min/max/skew/kurtosis/IQR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istatistiksel set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signal-to-noise, tanh momentum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gurultu + doymus momentum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Parkinson / Garman-Klass / Rogers-Satchell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gelismis volatilite tahmincisi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ATR, EWMA vol, rolling korelasyon/beta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YOK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range var; capraz korelasyon yok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Rolling MAD/entropi, fraksiyonel fark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dagilim olculeri eksik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Tablo 3: Metodoloji eslesmesi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05840"/>
          <a:ext cx="108813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645920"/>
                <a:gridCol w="5212080"/>
              </a:tblGrid>
              <a:tr h="6743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Konu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Durum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Release-lag / point-in-time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shift + __available_at denetimi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Walk-forward + gap, timezone/DST/takvim denetimi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kalip + audit_calendar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IC (Spearman), sign consistency, mutual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feature_evaluations tablosu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HMM rejim + worst-regime gecidi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rejim rapor-aralikli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Maliyet duyarliligi, muhurli test, GA + butce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DESTEKLI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validasyon disi tek test</a:t>
                      </a:r>
                    </a:p>
                  </a:txBody>
                  <a:tcPr/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IC decay, purged/embargo, CPCV, nested CV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YOK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tek IC + sabit gap var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SHAP, PCA/PLS, kointegrasyon, konformal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YOK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03030"/>
                          </a:solidFill>
                        </a:defRPr>
                      </a:pPr>
                      <a:r>
                        <a:t>aciklanabilirlik yok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Desteklenmeyenler (acik liste)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Gercek FX opsiyon IV yuzeyi, forward point, FX swap/OIS, cross-currency basis — fiyatlama girdisi yok.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CFTC pozisyonlanma, dealer proxy, order flow / mikroyapi — islem-mikro veri girisi yok.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4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Merkez bankasi supriz olcumu — ham politika serisi verilebilir, supriz cikarma yok.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8094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Stacking/blending, TFT/LSTM, Optuna, conformal tahmin, dagilimsal tahmin — model seti regresyon agirlikli.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478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Purged K-Fold, CPCV, rolling/anchored retraining — validasyon walk-forward + holdout ile sinirli.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A5A5A"/>
                </a:solidFill>
              </a:defRPr>
            </a:pPr>
            <a:r>
              <a:t>Liste eksiksizdir; yeni istek bu slayttan baslayarak onceliklendirilir.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Bosluklari kapatma recetesi (3 adim)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1) Eksik turevleri notebookta hesaplayip macro__... olarak CSV'ye koy (spread, z-skor, ATR, korelasyon).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2) Her dusuk-frekans kolona &lt;kolon&gt;__available_at ekle; PIT denetimi otomatik calisir.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40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3) Deneyi annual=252 (gunluk) veya uygun frekansta ac; maliyet duyarliligini rapordan oku, esigi sabitlemeden once karsilastir.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A5A5A"/>
                </a:solidFill>
              </a:defRPr>
            </a:pPr>
            <a:r>
              <a:t>Canli veri cekimi ve gelismis validasyon (purged/CPCV) istenirse yol haritasina islenir.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B2A4A"/>
                </a:solidFill>
              </a:defRPr>
            </a:pPr>
            <a:r>
              <a:t>Ozet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Tezdeki 45+ gostergenin tamami CSV ile programa girer; donusum + PIT + validasyon mekanizmasi hazirdir. Fiyatlama/mikroyapi verileri ve ileri validasyon teknikleri yol haritasindadir.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Regime Lab  |  tezmodelfinal.ipynb makro envanteri vs program destegi  |  Eylul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